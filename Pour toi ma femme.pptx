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45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C2185B">
              <a:alpha val="40000"/>
            </a:srgbClr>
          </a:solidFill>
          <a:ln w="12700">
            <a:solidFill>
              <a:srgbClr val="C2185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C2185B">
              <a:alpha val="30000"/>
            </a:srgbClr>
          </a:solidFill>
          <a:ln w="12700">
            <a:solidFill>
              <a:srgbClr val="C2185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FCE4EC">
              <a:alpha val="90000"/>
            </a:srgbClr>
          </a:solidFill>
          <a:ln w="12700">
            <a:solidFill>
              <a:srgbClr val="FCE4EC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8BB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toi,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Julie 🌸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tu es… en 20 qualités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3931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💌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☀️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Solaire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10972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0" y="228600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illumines chaque pièce où tu entres. Ton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énergie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envoûte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tout le monde autour de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toi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Je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veux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dire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regarde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ta tête comment ne pas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sourire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15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B22EF6B-AF1B-1811-8216-85BAC9F6A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903220"/>
            <a:ext cx="1577955" cy="21031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F8BBD9">
              <a:alpha val="70000"/>
            </a:srgbClr>
          </a:solidFill>
          <a:ln w="12700">
            <a:solidFill>
              <a:srgbClr val="F8BBD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CE4EC">
              <a:alpha val="80000"/>
            </a:srgbClr>
          </a:solidFill>
          <a:ln w="12700">
            <a:solidFill>
              <a:srgbClr val="FCE4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✨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931920" y="1828800"/>
            <a:ext cx="128016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Rayonnante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Tu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dégages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une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énergie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 de star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t’es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vraiment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magique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 madame, on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peut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 faire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une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 vie ensemble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s’il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-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</a:rPr>
              <a:t>te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</a:rPr>
              <a:t>-plait ?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E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C2185B">
              <a:alpha val="25000"/>
            </a:srgbClr>
          </a:solidFill>
          <a:ln w="12700">
            <a:solidFill>
              <a:srgbClr val="C2185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97280" y="640080"/>
            <a:ext cx="6949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97280" y="640080"/>
            <a:ext cx="6949440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😂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Drôle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9144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es la femme qui me fait le plus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rire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sur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cette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Terre,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première interaction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j’ai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direct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capté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à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point avec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toi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j’allais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rire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5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A635C7C-ACCB-27AD-AEA6-965BEA535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755" y="2286000"/>
            <a:ext cx="1624489" cy="21659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💬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Communicante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10972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0" y="228600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c’est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ton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année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bé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j’aime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tournant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pris,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communiques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dis les choses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c’est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tellement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parfait </a:t>
            </a:r>
            <a:endParaRPr lang="en-US" sz="15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C01FCA5-EC71-81D6-E774-FE835D709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743" y="2858968"/>
            <a:ext cx="4351713" cy="21916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F8BBD9">
              <a:alpha val="70000"/>
            </a:srgbClr>
          </a:solidFill>
          <a:ln w="12700">
            <a:solidFill>
              <a:srgbClr val="F8BBD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CE4EC">
              <a:alpha val="80000"/>
            </a:srgbClr>
          </a:solidFill>
          <a:ln w="12700">
            <a:solidFill>
              <a:srgbClr val="FCE4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💪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931920" y="1828800"/>
            <a:ext cx="128016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Ambitieuse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chérie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t’as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tellement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projets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tête,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d’idées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qui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fusent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je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vas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réaliser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un maximum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t’es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trop forte,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t’es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toujours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motive et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determinée</a:t>
            </a:r>
            <a:endParaRPr lang="en-US" sz="145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59EC6CF-EB74-FC7C-9096-5EA237BBE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187" y="180306"/>
            <a:ext cx="3354747" cy="25171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C2185B">
              <a:alpha val="25000"/>
            </a:srgbClr>
          </a:solidFill>
          <a:ln w="12700">
            <a:solidFill>
              <a:srgbClr val="C2185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97280" y="640080"/>
            <a:ext cx="6949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97280" y="640080"/>
            <a:ext cx="6949440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❤️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Aimante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9144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me montres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m’aimes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et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j’adore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serres moi fort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embrasses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moi dis moi tout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ressens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j’aime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trop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🌊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Passionnée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10972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0" y="228600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L’OM,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ta famille et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j’en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passe ! Quand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on le sent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F8BBD9">
              <a:alpha val="70000"/>
            </a:srgbClr>
          </a:solidFill>
          <a:ln w="12700">
            <a:solidFill>
              <a:srgbClr val="F8BBD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CE4EC">
              <a:alpha val="80000"/>
            </a:srgbClr>
          </a:solidFill>
          <a:ln w="12700">
            <a:solidFill>
              <a:srgbClr val="FCE4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👗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931920" y="1828800"/>
            <a:ext cx="128016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Stylée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T’es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putain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diva quoi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y’a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pas à dire…</a:t>
            </a:r>
          </a:p>
          <a:p>
            <a:pPr marL="0" indent="0" algn="ctr">
              <a:buNone/>
            </a:pP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(je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stalkais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tes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republications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tiktok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, je suis tombé sur un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truc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de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clara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la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brune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,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j’ai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clique sur son compte, je suis tombé sur un vlog avec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toi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où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vous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alliez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à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l’Arc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,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j’ai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vu ta tenue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j’ai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maté ton boule je suis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devenu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fou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j’avais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pas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enregistré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quand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tu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m’avais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envoyé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vu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que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c’était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sur insta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mais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putain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une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bombe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atomique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(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quel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 </a:t>
            </a:r>
            <a:r>
              <a:rPr lang="en-US" sz="1050" i="1" dirty="0" err="1">
                <a:solidFill>
                  <a:srgbClr val="3E0020"/>
                </a:solidFill>
                <a:latin typeface="Georgia" pitchFamily="34" charset="0"/>
              </a:rPr>
              <a:t>cul</a:t>
            </a:r>
            <a:r>
              <a:rPr lang="en-US" sz="1050" i="1" dirty="0">
                <a:solidFill>
                  <a:srgbClr val="3E0020"/>
                </a:solidFill>
                <a:latin typeface="Georgia" pitchFamily="34" charset="0"/>
              </a:rPr>
              <a:t>))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C2185B">
              <a:alpha val="25000"/>
            </a:srgbClr>
          </a:solidFill>
          <a:ln w="12700">
            <a:solidFill>
              <a:srgbClr val="C2185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97280" y="640080"/>
            <a:ext cx="6949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97280" y="640080"/>
            <a:ext cx="6949440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🌸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Douce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9144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Sous ton fort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caractère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 cache une douceur infinie. Tes mots,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gestes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tout est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tendre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et je suis content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sentes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à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l’aise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d’être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avec moi.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🏙️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Marseillaise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10972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0" y="228600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 compte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ta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c’est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toi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5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3C67E87-62DB-B809-F933-B37C7703D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286250" y="2857500"/>
            <a:ext cx="2285999" cy="17144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F8BBD9">
              <a:alpha val="70000"/>
            </a:srgbClr>
          </a:solidFill>
          <a:ln w="12700">
            <a:solidFill>
              <a:srgbClr val="F8BBD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CE4EC">
              <a:alpha val="80000"/>
            </a:srgbClr>
          </a:solidFill>
          <a:ln w="12700">
            <a:solidFill>
              <a:srgbClr val="FCE4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🎭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931920" y="1828800"/>
            <a:ext cx="128016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es unique. Ta façon de voir les choses, ton humour, ton style… il n'y a personne d'autre comme toi.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C2185B">
              <a:alpha val="25000"/>
            </a:srgbClr>
          </a:solidFill>
          <a:ln w="12700">
            <a:solidFill>
              <a:srgbClr val="C2185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97280" y="640080"/>
            <a:ext cx="6949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97280" y="640080"/>
            <a:ext cx="6949440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🤝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9144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Ceux qui ont la chance d'être dans ton cercle le savent : tu es là, vraiment là, quand ça compte. #54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🧠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10972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0" y="228600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analyses, tu comprends vite, tu poses les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bonnes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questions,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soit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socialement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professionnelement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dans la vie de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les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ou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académiquement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t’es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trop forte.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F8BBD9">
              <a:alpha val="70000"/>
            </a:srgbClr>
          </a:solidFill>
          <a:ln w="12700">
            <a:solidFill>
              <a:srgbClr val="F8BBD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CE4EC">
              <a:alpha val="80000"/>
            </a:srgbClr>
          </a:solidFill>
          <a:ln w="12700">
            <a:solidFill>
              <a:srgbClr val="FCE4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💫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931920" y="1828800"/>
            <a:ext cx="128016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Charismatique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attires l'attention naturellement. Les gens se souviennent de toi — et pour les bonnes raisons.</a:t>
            </a:r>
            <a:endParaRPr lang="en-US" sz="145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3075788-1CA7-943E-41EA-E49340E24D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889" b="10303"/>
          <a:stretch>
            <a:fillRect/>
          </a:stretch>
        </p:blipFill>
        <p:spPr>
          <a:xfrm>
            <a:off x="1195428" y="-20782"/>
            <a:ext cx="1593492" cy="27868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E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C2185B">
              <a:alpha val="25000"/>
            </a:srgbClr>
          </a:solidFill>
          <a:ln w="12700">
            <a:solidFill>
              <a:srgbClr val="C2185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97280" y="640080"/>
            <a:ext cx="6949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97280" y="640080"/>
            <a:ext cx="6949440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🌟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 c'est ton année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9144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le sais déjà : 2028 t'appartient. Tout ce que tu construis aujourd'hui mène à quelque chose de grand.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🔥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Musclée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10972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0" y="228600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Admirons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 et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biceps</a:t>
            </a:r>
            <a:endParaRPr lang="en-US" sz="15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7D9F1DF-38E2-80B2-6517-35264FEF5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945" y="1188720"/>
            <a:ext cx="2281295" cy="30403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F8BBD9">
              <a:alpha val="70000"/>
            </a:srgbClr>
          </a:solidFill>
          <a:ln w="12700">
            <a:solidFill>
              <a:srgbClr val="F8BBD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CE4EC">
              <a:alpha val="80000"/>
            </a:srgbClr>
          </a:solidFill>
          <a:ln w="12700">
            <a:solidFill>
              <a:srgbClr val="FCE4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💎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931920" y="1828800"/>
            <a:ext cx="128016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Précieuse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vaux tellement plus que tu ne le crois. Chaque jour passé avec toi me le rappelle.</a:t>
            </a:r>
            <a:endParaRPr lang="en-US" sz="145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4486856-407F-8D1A-E28C-592C0B3EE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5565" y="-405565"/>
            <a:ext cx="2437706" cy="32488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E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C2185B">
              <a:alpha val="25000"/>
            </a:srgbClr>
          </a:solidFill>
          <a:ln w="12700">
            <a:solidFill>
              <a:srgbClr val="C2185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E91E8C">
              <a:alpha val="20000"/>
            </a:srgbClr>
          </a:solidFill>
          <a:ln w="12700">
            <a:solidFill>
              <a:srgbClr val="E91E8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97280" y="640080"/>
            <a:ext cx="69494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97280" y="640080"/>
            <a:ext cx="6949440" cy="54864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88720" y="6583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🌺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Épanouissante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00400" y="2011680"/>
            <a:ext cx="9144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Être avec toi,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c'est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grandir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découvrir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moitié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Tu m'apportes quelque chose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je ne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peux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exprimer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 des mots,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je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penses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ça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 lit dans </a:t>
            </a:r>
            <a:r>
              <a:rPr lang="en-US" sz="13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</a:t>
            </a:r>
            <a:r>
              <a:rPr lang="en-US" sz="13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regard.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" y="137160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👁️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82880" y="1371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CC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Magnifique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057400"/>
            <a:ext cx="109728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0" y="228600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yeux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surtout, ton corps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aussi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mamma mia,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cheveux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naturels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lissés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au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réveil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queue de cheval ! Ta bouche,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dents (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droites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), ton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odeur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oreilles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tenues,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ongles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mains, TOUT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est sublime 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F8BBD9">
              <a:alpha val="70000"/>
            </a:srgbClr>
          </a:solidFill>
          <a:ln w="12700">
            <a:solidFill>
              <a:srgbClr val="F8BBD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457200" y="3657600"/>
            <a:ext cx="1828800" cy="1828800"/>
          </a:xfrm>
          <a:prstGeom prst="ellipse">
            <a:avLst/>
          </a:prstGeom>
          <a:solidFill>
            <a:srgbClr val="FCE4EC">
              <a:alpha val="80000"/>
            </a:srgbClr>
          </a:solidFill>
          <a:ln w="12700">
            <a:solidFill>
              <a:srgbClr val="FCE4EC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9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/ 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🦋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3931920" y="1828800"/>
            <a:ext cx="128016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vis à ta façon, selon tes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propres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règles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(non aux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règles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!!!!). On vit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tous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dans ton monde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c’est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45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toi</a:t>
            </a:r>
            <a:r>
              <a:rPr lang="en-US" sz="145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 star du show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E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2185B">
              <a:alpha val="35000"/>
            </a:srgbClr>
          </a:solidFill>
          <a:ln w="12700">
            <a:solidFill>
              <a:srgbClr val="C2185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E91E8C">
              <a:alpha val="30000"/>
            </a:srgbClr>
          </a:solidFill>
          <a:ln w="12700">
            <a:solidFill>
              <a:srgbClr val="E91E8C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31520" y="457200"/>
            <a:ext cx="7680960" cy="4206240"/>
          </a:xfrm>
          <a:prstGeom prst="rect">
            <a:avLst/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457200"/>
            <a:ext cx="7680960" cy="502920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931920" y="5029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1430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21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es tout ça, et tellement plus encore.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0" y="1874520"/>
            <a:ext cx="1828800" cy="457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88720" y="2057400"/>
            <a:ext cx="6766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 t'aime fort, Julie. J'ai hâte de te revoir le 17 avril,</a:t>
            </a:r>
            <a:endParaRPr lang="en-US" sz="1500" dirty="0"/>
          </a:p>
          <a:p>
            <a:pPr algn="ctr"/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puis le 7 mai à Paris pour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anniversaire</a:t>
            </a: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et après, Malte, Marseille, et tout le reste. 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3E0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 veux tout vivre avec toi. 🌸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736</Words>
  <Application>Microsoft Office PowerPoint</Application>
  <PresentationFormat>Affichage à l'écran (16:9)</PresentationFormat>
  <Paragraphs>112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5" baseType="lpstr">
      <vt:lpstr>Arial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Pour Julie 💌</dc:title>
  <dc:subject>PptxGenJS Presentation</dc:subject>
  <dc:creator>PptxGenJS</dc:creator>
  <cp:lastModifiedBy>JULES FALHON</cp:lastModifiedBy>
  <cp:revision>2</cp:revision>
  <dcterms:created xsi:type="dcterms:W3CDTF">2026-04-01T17:27:02Z</dcterms:created>
  <dcterms:modified xsi:type="dcterms:W3CDTF">2026-04-01T18:05:18Z</dcterms:modified>
</cp:coreProperties>
</file>